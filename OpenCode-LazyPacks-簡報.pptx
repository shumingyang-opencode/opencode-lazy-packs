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OpenCode 懶人包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90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 個 AI Agent 自動安裝技能全集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22860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0292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OpenCode 專用懶人包倉庫  |  shumingyang-opencode/opencode-lazy-packs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OpenCode 懶人包？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一份「教學流程」集合，讓 OpenCode AI Agent 自動讀取並執行設定步驟。
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環境建置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GitHub、GitLab、SVN、Firebase、Obsidian 等外部服務串接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NotebookLM、飛書 Lark、JIRA/Confluence、Trac 等生產力工具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Graphify、Superpowers、UI/UX 設計等開發技能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SKILL.md、AGENTS.md、MCP 等教學參考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 個懶人包 — 全景分類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🔧 環境建置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#00 Node.js + OpenCode CLI + uv，一切起點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7304" y="137160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0184" y="15087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工具連接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0184" y="1874520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#01-09 NotebookLM → GitHub → SVN → GitLab → Obsidian → Firebase → Browser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5968" y="137160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8848" y="15087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生產力技能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08848" y="1874520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#10-18 開工收工 → 生圖 → 文件轉換 → 知識圖譜 → 品牌設計 → Superpowers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0040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🏢 企業服務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#19-22 飛書 Lark → JIRA/Confluence → Trac → Codebase Memory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37304" y="306324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0184" y="320040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📚 教學參考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0184" y="3566160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#23-26 功能規劃 → SKILL/AGENTS/MCP 教學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25968" y="3063240"/>
            <a:ext cx="3514344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08848" y="320040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簡報產製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3566160"/>
            <a:ext cx="31485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#27 技術文件/Repo → 可編輯 .pptx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#00 環境建置 — 一切起點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安裝內容：
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Node.js 18+（OpenCode CLI 所需）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opencode CLI（npm install -g opencode-ai）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uv（Python 套件管理器）</a:t>
            </a:r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幾乎所有懶人包的前置需求，建議優先安裝。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工具連接群 (#01-09)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📓 NotebookLM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生成簡報、圖表、音訊、報告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0138" y="137160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73018" y="150876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🐙 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73018" y="1874520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 登入 + Pages 教材上線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37160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4516" y="150876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SVN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14516" y="1874520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OmniVision 內部 SVN 伺服器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73134" y="137160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56014" y="150876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🦊 GitLab (x2)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56014" y="1874520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 + 個人雙實例（SSH / PAT）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10896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 Obsidian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第二大腦 — 筆記、搜尋、管理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90138" y="297180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73018" y="310896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Firebase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73018" y="3474720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專案管理、資料庫、部署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1636" y="297180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14516" y="3108960"/>
            <a:ext cx="220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🌐 Browser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14516" y="3474720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Playwright + 桌面 UI 自動化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生產力技能群 (#10-18)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🔄 開工/收工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startup → shutdown → project-init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7304" y="13716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0184" y="15087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🎨 生圖技能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0184" y="18745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gpt-image-2 生成示意圖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5968" y="13716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8848" y="15087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📄 MarkItDown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08848" y="18745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PDF/Office/圖片 → Markdown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1089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 Graphify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知識圖譜引擎，取代 grep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37304" y="29718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0184" y="31089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✨ Awesome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0184" y="34747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73 品牌 DESIGN.md 一鍵套用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25968" y="29718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08848" y="31089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UI/UX Pro Max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34747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67 風格 + 161 規則 + 57 字體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7091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🚀 Superpowers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0749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skills 完整 SDLC 方法論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7304" y="45720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20184" y="47091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Find Skills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0184" y="50749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5000+ 技能搜尋與安裝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25968" y="4572000"/>
            <a:ext cx="3514344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08848" y="4709160"/>
            <a:ext cx="31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💅 Frontend Design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08848" y="507492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Anthropic 出品辨識度設計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企業服務群 (#19-22)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08676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💬 飛書 Lark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0429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文檔/訊息/群組/日曆/多維表格/審批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31636" y="1371600"/>
            <a:ext cx="5408676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14516" y="150876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JIRA &amp; Confluence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14516" y="1874520"/>
            <a:ext cx="50429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管理 + 頁面搜尋與操作自動化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408676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38328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🎫 Trac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50429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Ticket 管理 + Wiki 查閱 + 全文搜尋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3246120"/>
            <a:ext cx="5408676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4516" y="338328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🗄️ Codebase Memory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4516" y="3749040"/>
            <a:ext cx="50429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158 語言知識圖譜 + Cypher 查詢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教學參考群 (#23-26)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08676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📐 功能規劃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0429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步驟規劃 + init_plan.py 自動建檔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31636" y="1371600"/>
            <a:ext cx="5408676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14516" y="150876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📝 SKILL.md 教學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14516" y="1874520"/>
            <a:ext cx="50429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frontmatter 到發布完整引導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408676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38328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📄 AGENTS.md 教學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50429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依專案需求客製編碼規範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3246120"/>
            <a:ext cx="5408676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4516" y="338328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🔌 MCP 教學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4516" y="3749040"/>
            <a:ext cx="50429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概念、三種連線模式、安全、自訂 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#27 通用簡報產製 — 技術文件 → .pptx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六引擎工程簡報工作流：
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引擎一：概念定位 — 一句話講清楚「這份簡報要讓觀眾帶走什麼」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引擎二：脈絡定位 — 引起動機 → 建立理解 → 促成行動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引擎三：頁面架構 — 每頁只有一個任務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引擎四：認知編修 — 降雜訊、區塊化、結構化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引擎五：風格建構 — 工程色系 + 16:9 + 視覺結構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引擎六：簡報總導演 — PptxGenJS 輸出可編輯 .pptx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三平台同步架構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OpenCode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Code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Codex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opencode.json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settings.json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config.toml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AGENTS.md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CLAUDE.md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AGENTS.md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MCP 配置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編輯 JSON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mcp add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codex mcp add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Skills 目錄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~/.config/opencode/skills/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~/.claude/skills/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~/.codex/skills/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安裝方式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npm install -g opencode-ai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npm install -g @anthropic-ai/claude-code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npm install -g @openai/codex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同一套教學流程，分別對應三種 AI 編碼代理工具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個人帳號管理系統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中央帳號資訊管理 — 不再重複詢問設定
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.md 檔案集中管理所有服務帳號資訊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Opencode 全域 AGENTS.md 規則自動讀取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資訊不足才問，問到的資料自動回寫永久留存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PAT/Token 不寫入檔案 → 存放於 opencode.json 環境變數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11091672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4C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安全規範：PAT / Token 僅存放於 MCP 環境變數，不得寫入個人帳號清單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三種安裝方式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107259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方式一：直接叫 AI 裝（最簡單）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把 repo 連結給 AI，它會自動列出所有懶人包讓你選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方式二：一行指令手動裝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skills add shumingyang-opencode/opencode-lazy-packs --skill &lt;skill名&gt; -g -y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方式三：手動下載 MD 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下載對應的 .md 檔 → 啟動 opencode → 貼給 AI 執行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一次可選多個編號組合，或全裝；已安裝的工具會自動跳過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快速上手，立即自動化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956048" y="2651760"/>
            <a:ext cx="22860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926080"/>
            <a:ext cx="94457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repo 連結貼給你的 AI Agent：
</a:t>
            </a:r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A90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github.com/shumingyang-opencode/opencode-lazy-packs
</a:t>
            </a:r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會自動讀取、列出選項、幫你安裝完畢。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OpenCode 懶人包 — 28 個 AI Agent 自動安裝技能全集</dc:subject>
  <dc:creator>OpenCode Lazy Packs</dc:creator>
  <cp:lastModifiedBy>OpenCode Lazy Packs</cp:lastModifiedBy>
  <cp:revision>1</cp:revision>
  <dcterms:created xsi:type="dcterms:W3CDTF">2026-07-03T05:11:47Z</dcterms:created>
  <dcterms:modified xsi:type="dcterms:W3CDTF">2026-07-03T05:11:47Z</dcterms:modified>
</cp:coreProperties>
</file>